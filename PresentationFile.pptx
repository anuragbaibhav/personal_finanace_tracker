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uragBaibhav/Personal_Finanace_Track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95525" y="2333625"/>
            <a:ext cx="76009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0" i="0" u="none">
                <a:solidFill>
                  <a:srgbClr val="0F172A"/>
                </a:solidFill>
                <a:latin typeface="Plus Jakarta Sans ExtraBold"/>
              </a:rPr>
              <a:t>Smart Finance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76500" y="3390900"/>
            <a:ext cx="7239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059669"/>
                </a:solidFill>
                <a:latin typeface="Inter Medium"/>
              </a:rPr>
              <a:t>Your personal AI-powered financial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8414" y="4137570"/>
            <a:ext cx="8615172" cy="1798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 u="none" dirty="0">
                <a:solidFill>
                  <a:srgbClr val="64748B"/>
                </a:solidFill>
                <a:latin typeface="Inter"/>
              </a:rPr>
              <a:t>Project Presentation</a:t>
            </a:r>
            <a:endParaRPr lang="en-IN" sz="2000" b="0" i="0" u="none" dirty="0">
              <a:solidFill>
                <a:srgbClr val="64748B"/>
              </a:solidFill>
              <a:latin typeface="Inter"/>
            </a:endParaRPr>
          </a:p>
          <a:p>
            <a:pPr algn="ctr">
              <a:lnSpc>
                <a:spcPct val="150000"/>
              </a:lnSpc>
            </a:pPr>
            <a:r>
              <a:rPr lang="en-IN" sz="2000" dirty="0">
                <a:solidFill>
                  <a:srgbClr val="64748B"/>
                </a:solidFill>
                <a:latin typeface="Inter"/>
              </a:rPr>
              <a:t>Anurag Baibhav</a:t>
            </a:r>
          </a:p>
          <a:p>
            <a:pPr algn="ctr">
              <a:lnSpc>
                <a:spcPct val="150000"/>
              </a:lnSpc>
            </a:pPr>
            <a:r>
              <a:rPr lang="en-IN" sz="2000" b="0" i="0" u="none" dirty="0">
                <a:solidFill>
                  <a:srgbClr val="64748B"/>
                </a:solidFill>
                <a:latin typeface="Inter"/>
              </a:rPr>
              <a:t>RegNo 1230</a:t>
            </a:r>
            <a:r>
              <a:rPr lang="en-IN" sz="2000" dirty="0">
                <a:solidFill>
                  <a:srgbClr val="64748B"/>
                </a:solidFill>
                <a:latin typeface="Inter"/>
              </a:rPr>
              <a:t>4517</a:t>
            </a:r>
          </a:p>
          <a:p>
            <a:pPr algn="ctr">
              <a:lnSpc>
                <a:spcPct val="150000"/>
              </a:lnSpc>
            </a:pPr>
            <a:r>
              <a:rPr lang="en-IN" sz="2000" b="0" i="0" u="none" dirty="0">
                <a:solidFill>
                  <a:srgbClr val="64748B"/>
                </a:solidFill>
                <a:latin typeface="Inter"/>
              </a:rPr>
              <a:t>GitHub</a:t>
            </a:r>
            <a:r>
              <a:rPr lang="en-IN" sz="2000" dirty="0">
                <a:solidFill>
                  <a:srgbClr val="64748B"/>
                </a:solidFill>
                <a:latin typeface="Inter"/>
              </a:rPr>
              <a:t>: </a:t>
            </a:r>
            <a:r>
              <a:rPr lang="en-IN" sz="2000" dirty="0">
                <a:solidFill>
                  <a:srgbClr val="64748B"/>
                </a:solidFill>
                <a:latin typeface="Inter"/>
                <a:hlinkClick r:id="rId3"/>
              </a:rPr>
              <a:t>https://github.com/AnuragBaibhav/Personal_Finanace_Tracker</a:t>
            </a:r>
            <a:endParaRPr sz="2000" b="0" i="0" u="none" dirty="0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1525" y="771525"/>
            <a:ext cx="5290661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Platform Overview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9525"/>
            <a:ext cx="58007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1685925"/>
            <a:ext cx="503872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Smart Finance Tracker is a full-stack, AI-integrated web application designed to help users take total control of their financial health.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2895600"/>
            <a:ext cx="503872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By bridging traditional income and expense tracking with cutting-edge Large Language Models (LLMs), the app goes beyond just showing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105275"/>
            <a:ext cx="503872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It actively assists users with intelligent budgeting insights, dynamic charting, and automated, professional financial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867941"/>
            <a:ext cx="3486150" cy="40365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867941"/>
            <a:ext cx="3486150" cy="40365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867941"/>
            <a:ext cx="3486150" cy="40365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258466"/>
            <a:ext cx="666750" cy="752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249066"/>
            <a:ext cx="201025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React 19 &amp;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25316"/>
            <a:ext cx="289560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Built on the latest React 19 framework and bundled with Vite, ensuring rapid rendering, optimized performance, and instant hot-module reloading during development.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258466"/>
            <a:ext cx="714375" cy="752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8200" y="3249066"/>
            <a:ext cx="28003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Dynamic UI &amp; Visuals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725316"/>
            <a:ext cx="28956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Leveraging Recharts for rendering interactive, scalable SVG pie and bar charts. The UI is governed by a custom CSS design system for a highly responsive experience.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258466"/>
            <a:ext cx="666750" cy="7524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0100" y="3249066"/>
            <a:ext cx="282035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Seamless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725316"/>
            <a:ext cx="289560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Integrated with React Router DOM (v7) for fluid Single-Page Application (SPA) navigation. Enriched with Lucide React icons and React-Markdown for text rendering.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439441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075" y="2439441"/>
            <a:ext cx="428625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2975" y="2439441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The Tech Stack: Frontend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37419"/>
            <a:ext cx="5276850" cy="4297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37419"/>
            <a:ext cx="5276850" cy="42974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1125" y="2127944"/>
            <a:ext cx="4290536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Plus Jakarta Sans"/>
              </a:rPr>
              <a:t>Server-Side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4225" y="2127944"/>
            <a:ext cx="4290536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2563EB"/>
                </a:solidFill>
                <a:latin typeface="Plus Jakarta Sans"/>
              </a:rPr>
              <a:t>AI &amp; Machine Learning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16128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9675" y="2604194"/>
            <a:ext cx="4257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Framework: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Django 4.2 with Django REST Framework (DRF) for structured, scalable, and secure API endpoints.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9675" y="3617565"/>
            <a:ext cx="4257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Database: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MySQL via pymysql and Django ORM, ensuring strict relational data integrity and robust querying.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9675" y="4630935"/>
            <a:ext cx="4257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Auth &amp; Reports: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Token-based authentication for data security. Integration with ReportLab for on-the-fly PDF generation.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2161282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62775" y="2604194"/>
            <a:ext cx="4257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Google Gemini API: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Cloud-based LLM integration serving as the core engine for conversational, natural language financial assistance.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775" y="3617565"/>
            <a:ext cx="4257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Auto-Categorization: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Custom ML utilities built directly into the pipeline to intelligently categorize incoming transactions based on text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4630935"/>
            <a:ext cx="4257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Smart Insights: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Context-aware logic that analyzes user spending patterns to provide actionable financial advice.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2604194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617565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630935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2604194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617565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4630935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The Tech Stack: Backend &amp; AI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9150" y="1743075"/>
            <a:ext cx="10546842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1" i="0" u="none" dirty="0">
                <a:solidFill>
                  <a:srgbClr val="475569"/>
                </a:solidFill>
                <a:latin typeface="Inter"/>
              </a:rPr>
              <a:t>Multi-Account Management: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Users can effortlessly create and manage various accounts (Checking, Savings, Credit Cards) in one unified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756445"/>
            <a:ext cx="9385554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1" i="0" u="none" dirty="0">
                <a:solidFill>
                  <a:srgbClr val="475569"/>
                </a:solidFill>
                <a:latin typeface="Inter"/>
              </a:rPr>
              <a:t>Real-Time Sync: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Account balances update instantaneously as new income or expenses are logged into the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495526"/>
            <a:ext cx="9723882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1" i="0" u="none" dirty="0">
                <a:solidFill>
                  <a:srgbClr val="475569"/>
                </a:solidFill>
                <a:latin typeface="Inter"/>
              </a:rPr>
              <a:t>Precision Logging: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Log transactions with exact categorization. Includes native multi-currency support with dynamic exchange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508896"/>
            <a:ext cx="10546842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1" i="0" u="none" dirty="0">
                <a:solidFill>
                  <a:srgbClr val="475569"/>
                </a:solidFill>
                <a:latin typeface="Inter"/>
              </a:rPr>
              <a:t>Receipt &amp; Audit Support:</a:t>
            </a:r>
            <a:r>
              <a:rPr sz="2000" b="0" i="0" u="none" dirty="0">
                <a:solidFill>
                  <a:srgbClr val="475569"/>
                </a:solidFill>
                <a:latin typeface="Inter"/>
              </a:rPr>
              <a:t> Users can upload images of receipts and attach detailed notes to transactions, streamlining tax season preparations.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743075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756445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495526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508896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Core Feature: Intelligent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66837"/>
            <a:ext cx="11029950" cy="5038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653087"/>
            <a:ext cx="11029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Visual Insights instantly calculate KPIs such as Net Savings, Total Income, and Average Daily Spend, providing a complete breakdown of where your money is going.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52437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Dynamic Analytics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498B54-FB65-B8C7-9848-AC61BF06A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4" y="1366837"/>
            <a:ext cx="11132439" cy="5106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505991"/>
            <a:ext cx="9525000" cy="1396305"/>
          </a:xfrm>
          <a:prstGeom prst="roundRect">
            <a:avLst>
              <a:gd name="adj" fmla="val 8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00250" y="1744116"/>
            <a:ext cx="8620125" cy="92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Context-Aware AI Chatbot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 built-in assistant that understands your exact financial situation. Ask questions like: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"How much did I spend on dining this month compared to last?"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and receive natural, accurate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3092797"/>
            <a:ext cx="9525000" cy="1396305"/>
          </a:xfrm>
          <a:prstGeom prst="roundRect">
            <a:avLst>
              <a:gd name="adj" fmla="val 8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250" y="3330922"/>
            <a:ext cx="8620125" cy="92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Exportable Professional PDF Reports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Generate formatted, professional financial statements with a single click. Advanced filters allow users to isolate specific date ranges, transaction types, or categories for clean archiving.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679602"/>
            <a:ext cx="9525000" cy="1396305"/>
          </a:xfrm>
          <a:prstGeom prst="roundRect">
            <a:avLst>
              <a:gd name="adj" fmla="val 8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0250" y="4917727"/>
            <a:ext cx="8620125" cy="92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Inter"/>
              </a:rPr>
              <a:t>Proactive Bill Reminders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 dedicated notification system continuously tracks upcoming bills and subscription due dates, ensuring users never miss a payment and avoid unnecessary late fees.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2892772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33500" y="447957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33500" y="6066383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2066032"/>
            <a:ext cx="33337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3652837"/>
            <a:ext cx="2667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5239642"/>
            <a:ext cx="238125" cy="27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AI Assistant &amp; Financial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57650"/>
            <a:ext cx="11029950" cy="3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1390" y="4362450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1.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695825"/>
            <a:ext cx="198536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User signs up and creates their first base account (e.g., "Main Checking").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2536" y="2400300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2. Data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2170" y="2733675"/>
            <a:ext cx="198536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User logs transactions. ML categorizer automatically tags data (e.g., "Starbucks" to Food).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3682" y="4362450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3.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3316" y="4695825"/>
            <a:ext cx="198536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User visits the Analytics tab for a real-time visual representation of their cash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4827" y="2400300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4.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4462" y="2733675"/>
            <a:ext cx="198536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User chats with the AI for budgeting advice based on recent high expense categories.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5973" y="4362450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5.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5607" y="4695825"/>
            <a:ext cx="198536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User exports a filtered PDF statement at month-end for personal auditing and archiving.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59408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20554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81700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42845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03991" y="3962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Usage Flow: How It 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1981200"/>
            <a:ext cx="3810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2193726"/>
            <a:ext cx="554069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Predictive &amp; Automated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765226"/>
            <a:ext cx="52768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 Smart Finance Tracker has massive potential for horizontal and vertical scaling in upcoming versions.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" y="2019300"/>
            <a:ext cx="3733800" cy="3733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9875" y="3551932"/>
            <a:ext cx="4991100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Inter"/>
              </a:rPr>
              <a:t>Paid API Integration: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Connect directly to real-world banks to auto-sync transactions, removing the need for any manual data entry.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4565302"/>
            <a:ext cx="49911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Predictive Forecasting: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Utilize Machine Learning to predict future balances (e.g., </a:t>
            </a:r>
            <a:r>
              <a:rPr sz="1350" b="0" i="1" u="none">
                <a:solidFill>
                  <a:srgbClr val="475569"/>
                </a:solidFill>
                <a:latin typeface="Inter"/>
              </a:rPr>
              <a:t>"Warning: At this spending rate, you will overdraft in 12 days."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355193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4565302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059669"/>
                </a:solidFill>
                <a:latin typeface="Inter"/>
              </a:rPr>
              <a:t>▹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594794"/>
            <a:ext cx="219075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4608165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Future Scope: Scaling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43100"/>
            <a:ext cx="3486150" cy="3886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943100"/>
            <a:ext cx="3486150" cy="3886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943100"/>
            <a:ext cx="3486150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4238625"/>
            <a:ext cx="324040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Family &amp; Shared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4572000"/>
            <a:ext cx="3086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Allow couples or families to seamlessly collaborate on a single household budget with secure, role-based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2950" y="4238625"/>
            <a:ext cx="324040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Goals &amp; Gamification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950" y="4572000"/>
            <a:ext cx="30861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Set specific financial targets (e.g., "Save $5,000") and visualize progress bars complete with rewarding achievement badges.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4850" y="4238625"/>
            <a:ext cx="324040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Mobile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4850" y="4572000"/>
            <a:ext cx="3086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Port the React frontend into React Native to provide a unified, seamless native application experience for iOS and Android.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143125"/>
            <a:ext cx="3086100" cy="1905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2143125"/>
            <a:ext cx="3086100" cy="1905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143125"/>
            <a:ext cx="26574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lus Jakarta Sans ExtraBold"/>
              </a:rPr>
              <a:t>Future Scope: Next-Gen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817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Inter</vt:lpstr>
      <vt:lpstr>Inter Medium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Baibhav</cp:lastModifiedBy>
  <cp:revision>2</cp:revision>
  <dcterms:created xsi:type="dcterms:W3CDTF">2013-01-27T09:14:16Z</dcterms:created>
  <dcterms:modified xsi:type="dcterms:W3CDTF">2026-07-30T07:16:09Z</dcterms:modified>
  <cp:category/>
</cp:coreProperties>
</file>